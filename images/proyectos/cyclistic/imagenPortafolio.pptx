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7169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 showGuides="1">
      <p:cViewPr>
        <p:scale>
          <a:sx n="47" d="100"/>
          <a:sy n="47" d="100"/>
        </p:scale>
        <p:origin x="1109" y="456"/>
      </p:cViewPr>
      <p:guideLst>
        <p:guide orient="horz" pos="2954"/>
        <p:guide pos="2880"/>
        <p:guide orient="horz" pos="2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285"/>
            <a:ext cx="7772400" cy="2495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65464"/>
            <a:ext cx="6858000" cy="17308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6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87311"/>
            <a:ext cx="7886700" cy="2982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97690"/>
            <a:ext cx="7886700" cy="1568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693"/>
            <a:ext cx="7886700" cy="13857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57438"/>
            <a:ext cx="3868340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8731"/>
            <a:ext cx="3868340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57438"/>
            <a:ext cx="3887391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18731"/>
            <a:ext cx="3887391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0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32226"/>
            <a:ext cx="4629150" cy="5094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32226"/>
            <a:ext cx="4629150" cy="50947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1691"/>
            <a:ext cx="1971675" cy="60755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1691"/>
            <a:ext cx="5800725" cy="60755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1693"/>
            <a:ext cx="7886700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08454"/>
            <a:ext cx="7886700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3D42-641E-49A5-A3F1-0C38880003A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44741"/>
            <a:ext cx="30861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1E77310-323F-B076-316C-D91BCAD7C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5" r="8864"/>
          <a:stretch/>
        </p:blipFill>
        <p:spPr>
          <a:xfrm>
            <a:off x="1" y="0"/>
            <a:ext cx="9144000" cy="716915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0981CF8-8C04-7FD6-DA38-854AD296C2F8}"/>
              </a:ext>
            </a:extLst>
          </p:cNvPr>
          <p:cNvSpPr/>
          <p:nvPr/>
        </p:nvSpPr>
        <p:spPr>
          <a:xfrm>
            <a:off x="-444" y="16589"/>
            <a:ext cx="9144444" cy="7168890"/>
          </a:xfrm>
          <a:prstGeom prst="rect">
            <a:avLst/>
          </a:prstGeom>
          <a:gradFill flip="none" rotWithShape="1">
            <a:gsLst>
              <a:gs pos="7000">
                <a:schemeClr val="tx1">
                  <a:lumMod val="95000"/>
                  <a:lumOff val="5000"/>
                  <a:alpha val="75000"/>
                </a:schemeClr>
              </a:gs>
              <a:gs pos="62000">
                <a:schemeClr val="tx1">
                  <a:alpha val="21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60EDA6-FE1B-8B2C-BA50-9D201F8AD037}"/>
              </a:ext>
            </a:extLst>
          </p:cNvPr>
          <p:cNvSpPr txBox="1"/>
          <p:nvPr/>
        </p:nvSpPr>
        <p:spPr>
          <a:xfrm>
            <a:off x="-48987" y="2486959"/>
            <a:ext cx="10874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dirty="0" err="1">
                <a:solidFill>
                  <a:schemeClr val="bg1">
                    <a:alpha val="60000"/>
                  </a:schemeClr>
                </a:solidFill>
                <a:latin typeface="FSP DEMO - Integral CF Bold" panose="00000800000000000000" pitchFamily="50" charset="0"/>
              </a:rPr>
              <a:t>Cyclistic</a:t>
            </a:r>
            <a:endParaRPr lang="en-US" sz="12000" dirty="0">
              <a:solidFill>
                <a:schemeClr val="bg1">
                  <a:alpha val="60000"/>
                </a:schemeClr>
              </a:solidFill>
              <a:latin typeface="FSP DEMO - Integral CF Bold" panose="00000800000000000000" pitchFamily="50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197A32-31D2-02DD-5AE2-D7D4172EF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904" y="5939640"/>
            <a:ext cx="1071244" cy="10712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326A5E6-551A-9811-35C1-B4B15B974616}"/>
              </a:ext>
            </a:extLst>
          </p:cNvPr>
          <p:cNvSpPr txBox="1"/>
          <p:nvPr/>
        </p:nvSpPr>
        <p:spPr>
          <a:xfrm>
            <a:off x="1028700" y="4573865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D</a:t>
            </a:r>
            <a:r>
              <a:rPr lang="en-US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esign strategies to convert casual users into annual members of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Cyclistic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. The final capstone project for obtaining the Google Data Analysis Certification.</a:t>
            </a:r>
            <a:endParaRPr lang="en-US" dirty="0">
              <a:solidFill>
                <a:schemeClr val="bg1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58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</TotalTime>
  <Words>25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FSP DEMO - Integral CF Bold</vt:lpstr>
      <vt:lpstr>Poppins</vt:lpstr>
      <vt:lpstr>Raleway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1</cp:revision>
  <dcterms:created xsi:type="dcterms:W3CDTF">2024-11-20T14:54:56Z</dcterms:created>
  <dcterms:modified xsi:type="dcterms:W3CDTF">2024-11-20T15:45:20Z</dcterms:modified>
</cp:coreProperties>
</file>