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71691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4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3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3957"/>
    <a:srgbClr val="1D393F"/>
    <a:srgbClr val="4B4B7B"/>
    <a:srgbClr val="4B607B"/>
    <a:srgbClr val="3366CC"/>
    <a:srgbClr val="3B566A"/>
    <a:srgbClr val="8F8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34" autoAdjust="0"/>
    <p:restoredTop sz="94660"/>
  </p:normalViewPr>
  <p:slideViewPr>
    <p:cSldViewPr snapToGrid="0" showGuides="1">
      <p:cViewPr>
        <p:scale>
          <a:sx n="57" d="100"/>
          <a:sy n="57" d="100"/>
        </p:scale>
        <p:origin x="821" y="230"/>
      </p:cViewPr>
      <p:guideLst>
        <p:guide orient="horz" pos="2954"/>
        <p:guide pos="2880"/>
        <p:guide orient="horz" pos="23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285"/>
            <a:ext cx="7772400" cy="2495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65464"/>
            <a:ext cx="6858000" cy="173088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9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6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87311"/>
            <a:ext cx="7886700" cy="298216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797690"/>
            <a:ext cx="7886700" cy="156825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7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908454"/>
            <a:ext cx="3886200" cy="4548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908454"/>
            <a:ext cx="3886200" cy="4548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693"/>
            <a:ext cx="7886700" cy="138570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757438"/>
            <a:ext cx="3868340" cy="861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618731"/>
            <a:ext cx="3868340" cy="38517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757438"/>
            <a:ext cx="3887391" cy="861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618731"/>
            <a:ext cx="3887391" cy="38517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0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0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0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7943"/>
            <a:ext cx="2949178" cy="16728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32226"/>
            <a:ext cx="4629150" cy="5094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50745"/>
            <a:ext cx="2949178" cy="398452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42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7943"/>
            <a:ext cx="2949178" cy="16728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032226"/>
            <a:ext cx="4629150" cy="50947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50745"/>
            <a:ext cx="2949178" cy="398452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3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04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81691"/>
            <a:ext cx="1971675" cy="607552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81691"/>
            <a:ext cx="5800725" cy="607552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3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81693"/>
            <a:ext cx="7886700" cy="1385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908454"/>
            <a:ext cx="7886700" cy="454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644741"/>
            <a:ext cx="20574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644741"/>
            <a:ext cx="30861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644741"/>
            <a:ext cx="20574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1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B74AC193-CD10-59AC-8C54-2DA89239C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92"/>
          <a:stretch/>
        </p:blipFill>
        <p:spPr>
          <a:xfrm>
            <a:off x="-1" y="0"/>
            <a:ext cx="9144001" cy="716889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0981CF8-8C04-7FD6-DA38-854AD296C2F8}"/>
              </a:ext>
            </a:extLst>
          </p:cNvPr>
          <p:cNvSpPr/>
          <p:nvPr/>
        </p:nvSpPr>
        <p:spPr>
          <a:xfrm>
            <a:off x="0" y="260"/>
            <a:ext cx="9144444" cy="7168890"/>
          </a:xfrm>
          <a:prstGeom prst="rect">
            <a:avLst/>
          </a:prstGeom>
          <a:gradFill flip="none" rotWithShape="1">
            <a:gsLst>
              <a:gs pos="2000">
                <a:schemeClr val="tx1">
                  <a:lumMod val="95000"/>
                  <a:lumOff val="5000"/>
                  <a:alpha val="75000"/>
                </a:schemeClr>
              </a:gs>
              <a:gs pos="32000">
                <a:schemeClr val="tx1">
                  <a:alpha val="13000"/>
                </a:schemeClr>
              </a:gs>
              <a:gs pos="95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8C658B5-E6CB-CD67-52FA-228DA096F2A5}"/>
              </a:ext>
            </a:extLst>
          </p:cNvPr>
          <p:cNvSpPr txBox="1"/>
          <p:nvPr/>
        </p:nvSpPr>
        <p:spPr>
          <a:xfrm>
            <a:off x="1627094" y="5487873"/>
            <a:ext cx="708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</a:rPr>
              <a:t>In this project, customer segmentation is addressed using unsupervised machine learning techniques, with a focus on the application of the K-Means algorithm. The dataset, derived from a banking context.</a:t>
            </a:r>
            <a:endParaRPr lang="en-US" dirty="0">
              <a:solidFill>
                <a:schemeClr val="bg1"/>
              </a:solidFill>
              <a:latin typeface="Raleway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19591AF-230C-D6BB-9208-04B87359A355}"/>
              </a:ext>
            </a:extLst>
          </p:cNvPr>
          <p:cNvSpPr txBox="1"/>
          <p:nvPr/>
        </p:nvSpPr>
        <p:spPr>
          <a:xfrm>
            <a:off x="174135" y="480948"/>
            <a:ext cx="853955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>
                  <a:schemeClr val="bg1">
                    <a:alpha val="9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manda Signature" pitchFamily="2" charset="0"/>
                <a:cs typeface="Dubai Medium" panose="020B0603030403030204" pitchFamily="34" charset="-78"/>
              </a:rPr>
              <a:t>Customer profiling</a:t>
            </a:r>
          </a:p>
        </p:txBody>
      </p:sp>
    </p:spTree>
    <p:extLst>
      <p:ext uri="{BB962C8B-B14F-4D97-AF65-F5344CB8AC3E}">
        <p14:creationId xmlns:p14="http://schemas.microsoft.com/office/powerpoint/2010/main" val="18395840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747</TotalTime>
  <Words>36</Words>
  <Application>Microsoft Office PowerPoint</Application>
  <PresentationFormat>Personalizado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Amanda Signature</vt:lpstr>
      <vt:lpstr>Arial</vt:lpstr>
      <vt:lpstr>Calibri</vt:lpstr>
      <vt:lpstr>Calibri Light</vt:lpstr>
      <vt:lpstr>Poppins</vt:lpstr>
      <vt:lpstr>Raleway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Guiñansaca</dc:creator>
  <cp:lastModifiedBy>William Guiñansaca</cp:lastModifiedBy>
  <cp:revision>3</cp:revision>
  <dcterms:created xsi:type="dcterms:W3CDTF">2024-11-20T14:54:56Z</dcterms:created>
  <dcterms:modified xsi:type="dcterms:W3CDTF">2024-11-21T03:22:45Z</dcterms:modified>
</cp:coreProperties>
</file>