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7169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957"/>
    <a:srgbClr val="1D393F"/>
    <a:srgbClr val="4B4B7B"/>
    <a:srgbClr val="4B607B"/>
    <a:srgbClr val="3366CC"/>
    <a:srgbClr val="3B566A"/>
    <a:srgbClr val="8F8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4" autoAdjust="0"/>
    <p:restoredTop sz="94660"/>
  </p:normalViewPr>
  <p:slideViewPr>
    <p:cSldViewPr snapToGrid="0" showGuides="1">
      <p:cViewPr>
        <p:scale>
          <a:sx n="58" d="100"/>
          <a:sy n="58" d="100"/>
        </p:scale>
        <p:origin x="797" y="302"/>
      </p:cViewPr>
      <p:guideLst>
        <p:guide orient="horz" pos="2954"/>
        <p:guide pos="2880"/>
        <p:guide orient="horz" pos="2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285"/>
            <a:ext cx="7772400" cy="2495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65464"/>
            <a:ext cx="6858000" cy="17308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9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6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87311"/>
            <a:ext cx="7886700" cy="298216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797690"/>
            <a:ext cx="7886700" cy="156825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693"/>
            <a:ext cx="7886700" cy="138570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57438"/>
            <a:ext cx="3868340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18731"/>
            <a:ext cx="3868340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757438"/>
            <a:ext cx="3887391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618731"/>
            <a:ext cx="3887391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0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0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32226"/>
            <a:ext cx="4629150" cy="5094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4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32226"/>
            <a:ext cx="4629150" cy="50947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3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0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81691"/>
            <a:ext cx="1971675" cy="607552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81691"/>
            <a:ext cx="5800725" cy="607552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3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81693"/>
            <a:ext cx="7886700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908454"/>
            <a:ext cx="7886700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44741"/>
            <a:ext cx="30861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3F72C1E6-F356-7733-4270-14B86FE69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36"/>
          <a:stretch/>
        </p:blipFill>
        <p:spPr>
          <a:xfrm>
            <a:off x="-1" y="0"/>
            <a:ext cx="9144333" cy="716915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0981CF8-8C04-7FD6-DA38-854AD296C2F8}"/>
              </a:ext>
            </a:extLst>
          </p:cNvPr>
          <p:cNvSpPr/>
          <p:nvPr/>
        </p:nvSpPr>
        <p:spPr>
          <a:xfrm>
            <a:off x="0" y="260"/>
            <a:ext cx="9144444" cy="7168890"/>
          </a:xfrm>
          <a:prstGeom prst="rect">
            <a:avLst/>
          </a:prstGeom>
          <a:gradFill flip="none" rotWithShape="1">
            <a:gsLst>
              <a:gs pos="2000">
                <a:schemeClr val="tx1">
                  <a:lumMod val="95000"/>
                  <a:lumOff val="5000"/>
                  <a:alpha val="75000"/>
                </a:schemeClr>
              </a:gs>
              <a:gs pos="32000">
                <a:schemeClr val="tx1">
                  <a:alpha val="13000"/>
                </a:schemeClr>
              </a:gs>
              <a:gs pos="95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366CC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4197A32-31D2-02DD-5AE2-D7D4172EF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904" y="5939640"/>
            <a:ext cx="1071244" cy="1071244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8C658B5-E6CB-CD67-52FA-228DA096F2A5}"/>
              </a:ext>
            </a:extLst>
          </p:cNvPr>
          <p:cNvSpPr txBox="1"/>
          <p:nvPr/>
        </p:nvSpPr>
        <p:spPr>
          <a:xfrm>
            <a:off x="1028700" y="4573865"/>
            <a:ext cx="708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Look for insights to enhance user experience and promote healthy habits. </a:t>
            </a:r>
            <a:r>
              <a:rPr lang="en-US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The final capstone project for obtaining the Google Data Analysis Certification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 </a:t>
            </a:r>
            <a:endParaRPr lang="en-US" dirty="0">
              <a:solidFill>
                <a:schemeClr val="bg1"/>
              </a:solidFill>
              <a:latin typeface="Raleway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9591AF-230C-D6BB-9208-04B87359A355}"/>
              </a:ext>
            </a:extLst>
          </p:cNvPr>
          <p:cNvSpPr txBox="1"/>
          <p:nvPr/>
        </p:nvSpPr>
        <p:spPr>
          <a:xfrm>
            <a:off x="-175578" y="2076340"/>
            <a:ext cx="984209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0" dirty="0" err="1">
                <a:solidFill>
                  <a:srgbClr val="4B607B">
                    <a:alpha val="90000"/>
                  </a:srgb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bellabeat</a:t>
            </a:r>
            <a:endParaRPr lang="en-US" sz="19000" dirty="0">
              <a:solidFill>
                <a:srgbClr val="4B607B">
                  <a:alpha val="90000"/>
                </a:srgb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39584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</TotalTime>
  <Words>24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Dubai Medium</vt:lpstr>
      <vt:lpstr>Poppins</vt:lpstr>
      <vt:lpstr>Raleway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Guiñansaca</dc:creator>
  <cp:lastModifiedBy>William Guiñansaca</cp:lastModifiedBy>
  <cp:revision>2</cp:revision>
  <dcterms:created xsi:type="dcterms:W3CDTF">2024-11-20T14:54:56Z</dcterms:created>
  <dcterms:modified xsi:type="dcterms:W3CDTF">2024-11-20T16:06:04Z</dcterms:modified>
</cp:coreProperties>
</file>