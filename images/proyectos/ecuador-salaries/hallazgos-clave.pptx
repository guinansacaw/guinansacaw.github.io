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64" r:id="rId4"/>
    <p:sldId id="265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F2C94C"/>
    <a:srgbClr val="E55934"/>
    <a:srgbClr val="E0E0E0"/>
    <a:srgbClr val="56AEDC"/>
    <a:srgbClr val="1F39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55" d="100"/>
          <a:sy n="55" d="100"/>
        </p:scale>
        <p:origin x="2670" y="10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891454-0E84-D785-0115-B3F455E56E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F1A7DD-4E31-2363-CAAF-9AC099ECBC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FDBA46-A4E5-E0D6-752C-0801C6994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E144-C9C7-4493-A989-F87C7AC8A3DE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DBD71F-3718-F240-E151-C8A179E21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8D2A0D-6976-8462-42A0-657759B5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04BF-8D9D-4DD8-8874-7A8799949A7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740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B386CA-108E-2232-D878-8C11A5B76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943B66-9A0F-E483-6FDE-471FB7B2C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F70FE6-326F-DCAF-5C37-ABADE0F35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E144-C9C7-4493-A989-F87C7AC8A3DE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2B103B-390F-84CC-9B6A-DB9819335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B1198C-0FB4-464B-C899-903494D1C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04BF-8D9D-4DD8-8874-7A8799949A7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98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675437-D96A-914A-AB2D-DCABB0B9E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6FE6EC-A145-1143-AEF2-9B6E73FD3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510EC7-9665-4A3C-388E-19B565720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E144-C9C7-4493-A989-F87C7AC8A3DE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9370FE-17D3-3396-A066-BBF482BDE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4B363F-0145-5C73-D04D-0CB0441CE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04BF-8D9D-4DD8-8874-7A8799949A7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782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72D3E0-FEFB-E39C-8A84-BA2E4D391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3C12E3-E4E2-886E-14CE-F2B6350AEC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C975B1F-6E33-1393-2405-0A51F54F2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1497A4-BA8C-CA67-62D2-F182F752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E144-C9C7-4493-A989-F87C7AC8A3DE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F28AAF-E183-E06F-AD2F-339B84CC5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CF30C5-204A-882F-2453-C337313C6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04BF-8D9D-4DD8-8874-7A8799949A7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43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1B9936-6F4A-6571-A073-A28075A70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68089F-37FC-D61F-B34E-7A371498E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EBA799A-E9E5-0E7E-01E0-2B0F92074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ED4A445-FD20-72E5-F9BB-6A0C161790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3BB6740-4BCB-9CF0-AAAD-9DA46989D6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3F7C8DA-FE19-C6C2-1314-90368CB73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E144-C9C7-4493-A989-F87C7AC8A3DE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0870FBD-8A4B-CD7D-BF12-0276CDBFD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9AA9A3B-7E0C-15D5-37BE-BE1179977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04BF-8D9D-4DD8-8874-7A8799949A7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390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D12350-6F9A-1A75-8B06-D21F4F43E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6B9873-13C4-62E1-CC68-59F7BAA40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E144-C9C7-4493-A989-F87C7AC8A3DE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33F916D-E347-587D-C565-3681AFF67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A2C67F0-C750-5D3D-8780-970493A81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04BF-8D9D-4DD8-8874-7A8799949A7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38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785B370-F894-5E3C-45DA-4102CFF34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E144-C9C7-4493-A989-F87C7AC8A3DE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605F138-FDC7-0297-A23C-9FFFB6C92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0FC9AE1-70D6-5545-9046-3F1EE7D0A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04BF-8D9D-4DD8-8874-7A8799949A7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97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C6606-C35A-B28C-6598-42F7137F2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94E74-8832-E042-5AA1-42CABB4F1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5522467-C259-31DD-D9B0-8A0549782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DB3F28-7B1B-E3AC-E57A-BEAD6736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E144-C9C7-4493-A989-F87C7AC8A3DE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A1B5E9-E7E7-8A42-53AA-7DA79D2A4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F4B78BB-81BE-E25B-EA72-4C98ADF94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04BF-8D9D-4DD8-8874-7A8799949A7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94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29FCBF-ED65-42B4-896E-35056E1B2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3BA3983-A3AF-6F21-ABE8-1B242E1DCE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12BE1C8-8F0A-585F-2C05-8199FDABD7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B1422A2-1D77-A0B0-7EDA-EDBC6EDA0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E144-C9C7-4493-A989-F87C7AC8A3DE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90227E-4420-07AF-1947-4F7E7429C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12FA20-34EC-7B51-E74F-4D98A3187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04BF-8D9D-4DD8-8874-7A8799949A7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2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EE6EFF-CE1B-A433-96BC-76E702B27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1A13F6C-048B-1F07-3930-B56E439914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A20E4A-0805-50CE-F09B-A232CF55F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E144-C9C7-4493-A989-F87C7AC8A3DE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E0DBD4-2261-5039-62FB-C0CC5562A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6BB05A-5164-C695-0859-7F2EBCBD4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04BF-8D9D-4DD8-8874-7A8799949A7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286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23AC2C0-DFDB-7459-1531-2C707A340A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E7F2440-525A-2CDE-3D62-143EB6156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075C41-8415-D013-AF0B-1100ADEA0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1E144-C9C7-4493-A989-F87C7AC8A3DE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BEEBC1-D051-B2C1-E5B3-9852E0685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E6C1D2-E8A8-2071-3194-1609C8B29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04BF-8D9D-4DD8-8874-7A8799949A7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494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60E821-B940-BF5E-5DFB-054273B2E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4092B9-DCD5-68A5-8E53-5CC013A0D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86D2FE-F64B-7494-D947-AA19698502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1E144-C9C7-4493-A989-F87C7AC8A3DE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C2229A-32E9-D52B-9D23-C6CA9D1AF5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904596-E43A-B9A6-3B93-20596F442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904BF-8D9D-4DD8-8874-7A8799949A7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21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A7B480-C013-3CED-649B-FF7B05268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05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200" dirty="0" err="1">
                <a:solidFill>
                  <a:srgbClr val="33333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Comparación</a:t>
            </a:r>
            <a:r>
              <a:rPr lang="en-US" sz="4200" dirty="0">
                <a:solidFill>
                  <a:srgbClr val="33333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de la </a:t>
            </a:r>
            <a:r>
              <a:rPr lang="en-US" sz="4200" dirty="0" err="1">
                <a:solidFill>
                  <a:srgbClr val="33333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Remuneraci</a:t>
            </a:r>
            <a:r>
              <a:rPr lang="es-EC" sz="4200" dirty="0" err="1">
                <a:solidFill>
                  <a:srgbClr val="33333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ón</a:t>
            </a:r>
            <a:r>
              <a:rPr lang="es-EC" sz="4200" dirty="0">
                <a:solidFill>
                  <a:srgbClr val="33333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Promedio por Clase</a:t>
            </a:r>
            <a:endParaRPr lang="en-US" sz="4200" dirty="0">
              <a:solidFill>
                <a:srgbClr val="33333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83F3DCD-DE49-0712-1546-CAB9D7F69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15" b="5908"/>
          <a:stretch/>
        </p:blipFill>
        <p:spPr>
          <a:xfrm>
            <a:off x="1162050" y="1593955"/>
            <a:ext cx="9867900" cy="505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571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BC14B-9DC5-232C-AF53-6BF985D6B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57D291-B89E-D9E2-981D-D50B2711B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05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s-EC" sz="4200" dirty="0">
                <a:solidFill>
                  <a:srgbClr val="33333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Distribución de la Remuneración Promedio por Sector</a:t>
            </a:r>
            <a:endParaRPr lang="en-US" sz="4200" dirty="0">
              <a:solidFill>
                <a:srgbClr val="33333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2454AB2-995F-D22D-2E96-03A17284F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66" b="5557"/>
          <a:stretch/>
        </p:blipFill>
        <p:spPr>
          <a:xfrm>
            <a:off x="983784" y="1424621"/>
            <a:ext cx="10224431" cy="522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260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3162F-0AA3-4E93-7970-9AD94C214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6FFFB7-5D3A-37AD-5AF9-666FF0468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05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s-EC" sz="4200" dirty="0">
                <a:solidFill>
                  <a:srgbClr val="33333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Comparación de la Remuneración Promedio por Género y Sector</a:t>
            </a:r>
            <a:endParaRPr lang="en-US" sz="4200" dirty="0">
              <a:solidFill>
                <a:srgbClr val="33333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CD55265-1CA9-3A9A-2F01-5D0B4B20C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54" b="10633"/>
          <a:stretch/>
        </p:blipFill>
        <p:spPr>
          <a:xfrm>
            <a:off x="814084" y="1555044"/>
            <a:ext cx="10539716" cy="509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675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B47B5-2EEC-1D90-341A-1DA9CB36B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985B9B-D647-1DFA-E02D-7B0731B92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05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s-EC" sz="4200" dirty="0">
                <a:solidFill>
                  <a:srgbClr val="333333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Top 5 Clases de Trabajo Mejor Remunerado</a:t>
            </a:r>
            <a:endParaRPr lang="en-US" sz="4200" dirty="0">
              <a:solidFill>
                <a:srgbClr val="333333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17FE6A0-B77C-C8DC-3EE9-27D18D31B8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86"/>
          <a:stretch/>
        </p:blipFill>
        <p:spPr>
          <a:xfrm>
            <a:off x="1735925" y="1424622"/>
            <a:ext cx="8720149" cy="530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968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5D910FE1-2F23-2234-ED47-8742710C2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5" r="14966" b="21504"/>
          <a:stretch/>
        </p:blipFill>
        <p:spPr>
          <a:xfrm>
            <a:off x="0" y="0"/>
            <a:ext cx="12192000" cy="7168890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A90EC716-C83E-46DF-164D-4A1CAC21E98D}"/>
              </a:ext>
            </a:extLst>
          </p:cNvPr>
          <p:cNvSpPr/>
          <p:nvPr/>
        </p:nvSpPr>
        <p:spPr>
          <a:xfrm>
            <a:off x="0" y="0"/>
            <a:ext cx="12192000" cy="7168890"/>
          </a:xfrm>
          <a:prstGeom prst="rect">
            <a:avLst/>
          </a:prstGeom>
          <a:gradFill flip="none" rotWithShape="1">
            <a:gsLst>
              <a:gs pos="2000">
                <a:schemeClr val="tx1">
                  <a:lumMod val="95000"/>
                  <a:lumOff val="5000"/>
                  <a:alpha val="75000"/>
                </a:schemeClr>
              </a:gs>
              <a:gs pos="32000">
                <a:schemeClr val="tx1">
                  <a:alpha val="13000"/>
                </a:schemeClr>
              </a:gs>
              <a:gs pos="95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3366CC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6BD181D-0593-A081-59D7-AD6180447513}"/>
              </a:ext>
            </a:extLst>
          </p:cNvPr>
          <p:cNvSpPr txBox="1"/>
          <p:nvPr/>
        </p:nvSpPr>
        <p:spPr>
          <a:xfrm>
            <a:off x="5478124" y="4264744"/>
            <a:ext cx="64008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600" dirty="0" err="1">
                <a:solidFill>
                  <a:schemeClr val="bg1">
                    <a:alpha val="9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Lato" panose="020F0502020204030203" pitchFamily="34" charset="0"/>
                <a:cs typeface="Dubai Medium" panose="020B0603030403030204" pitchFamily="34" charset="-78"/>
              </a:rPr>
              <a:t>Salarios</a:t>
            </a:r>
            <a:r>
              <a:rPr lang="en-US" sz="6600" dirty="0">
                <a:solidFill>
                  <a:schemeClr val="bg1">
                    <a:alpha val="9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Lato" panose="020F0502020204030203" pitchFamily="34" charset="0"/>
                <a:cs typeface="Dubai Medium" panose="020B0603030403030204" pitchFamily="34" charset="-78"/>
              </a:rPr>
              <a:t> </a:t>
            </a:r>
            <a:r>
              <a:rPr lang="en-US" sz="6600" dirty="0" err="1">
                <a:solidFill>
                  <a:schemeClr val="bg1">
                    <a:alpha val="9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Lato" panose="020F0502020204030203" pitchFamily="34" charset="0"/>
                <a:cs typeface="Dubai Medium" panose="020B0603030403030204" pitchFamily="34" charset="-78"/>
              </a:rPr>
              <a:t>en</a:t>
            </a:r>
            <a:r>
              <a:rPr lang="en-US" sz="6600" dirty="0">
                <a:solidFill>
                  <a:schemeClr val="bg1">
                    <a:alpha val="9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Lato" panose="020F0502020204030203" pitchFamily="34" charset="0"/>
                <a:cs typeface="Dubai Medium" panose="020B0603030403030204" pitchFamily="34" charset="-78"/>
              </a:rPr>
              <a:t> Ecuador</a:t>
            </a:r>
          </a:p>
        </p:txBody>
      </p:sp>
    </p:spTree>
    <p:extLst>
      <p:ext uri="{BB962C8B-B14F-4D97-AF65-F5344CB8AC3E}">
        <p14:creationId xmlns:p14="http://schemas.microsoft.com/office/powerpoint/2010/main" val="42759373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34</Words>
  <Application>Microsoft Office PowerPoint</Application>
  <PresentationFormat>Panorámica</PresentationFormat>
  <Paragraphs>5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Lato</vt:lpstr>
      <vt:lpstr>Poppins SemiBold</vt:lpstr>
      <vt:lpstr>Tema de Office</vt:lpstr>
      <vt:lpstr>Comparación de la Remuneración Promedio por Clase</vt:lpstr>
      <vt:lpstr>Distribución de la Remuneración Promedio por Sector</vt:lpstr>
      <vt:lpstr>Comparación de la Remuneración Promedio por Género y Sector</vt:lpstr>
      <vt:lpstr>Top 5 Clases de Trabajo Mejor Remunerado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Guiñansaca</dc:creator>
  <cp:lastModifiedBy>William Guiñansaca</cp:lastModifiedBy>
  <cp:revision>6</cp:revision>
  <dcterms:created xsi:type="dcterms:W3CDTF">2025-02-12T15:02:45Z</dcterms:created>
  <dcterms:modified xsi:type="dcterms:W3CDTF">2025-02-15T03:14:45Z</dcterms:modified>
</cp:coreProperties>
</file>