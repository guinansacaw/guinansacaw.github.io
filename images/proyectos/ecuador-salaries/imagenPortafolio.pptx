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57"/>
    <a:srgbClr val="1D393F"/>
    <a:srgbClr val="4B4B7B"/>
    <a:srgbClr val="4B607B"/>
    <a:srgbClr val="3366CC"/>
    <a:srgbClr val="3B566A"/>
    <a:srgbClr val="8F8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57" d="100"/>
          <a:sy n="57" d="100"/>
        </p:scale>
        <p:origin x="821" y="230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4CA3B8E-9DD7-81E3-689B-77B96038C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66"/>
          <a:stretch/>
        </p:blipFill>
        <p:spPr>
          <a:xfrm>
            <a:off x="-1" y="0"/>
            <a:ext cx="9144001" cy="71688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0981CF8-8C04-7FD6-DA38-854AD296C2F8}"/>
              </a:ext>
            </a:extLst>
          </p:cNvPr>
          <p:cNvSpPr/>
          <p:nvPr/>
        </p:nvSpPr>
        <p:spPr>
          <a:xfrm>
            <a:off x="-444" y="260"/>
            <a:ext cx="9144444" cy="7168890"/>
          </a:xfrm>
          <a:prstGeom prst="rect">
            <a:avLst/>
          </a:prstGeom>
          <a:gradFill flip="none" rotWithShape="1">
            <a:gsLst>
              <a:gs pos="2000">
                <a:schemeClr val="tx1">
                  <a:lumMod val="95000"/>
                  <a:lumOff val="5000"/>
                  <a:alpha val="75000"/>
                </a:schemeClr>
              </a:gs>
              <a:gs pos="32000">
                <a:schemeClr val="tx1">
                  <a:alpha val="13000"/>
                </a:schemeClr>
              </a:gs>
              <a:gs pos="95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C658B5-E6CB-CD67-52FA-228DA096F2A5}"/>
              </a:ext>
            </a:extLst>
          </p:cNvPr>
          <p:cNvSpPr txBox="1"/>
          <p:nvPr/>
        </p:nvSpPr>
        <p:spPr>
          <a:xfrm>
            <a:off x="1627094" y="5837496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This data analysis project aims to compare salaries of jobs in different industries within the country.</a:t>
            </a:r>
            <a:endParaRPr lang="en-US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9591AF-230C-D6BB-9208-04B87359A355}"/>
              </a:ext>
            </a:extLst>
          </p:cNvPr>
          <p:cNvSpPr txBox="1"/>
          <p:nvPr/>
        </p:nvSpPr>
        <p:spPr>
          <a:xfrm>
            <a:off x="2312894" y="185113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dirty="0" err="1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Salarios</a:t>
            </a:r>
            <a:r>
              <a:rPr lang="en-US" sz="6600" dirty="0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 </a:t>
            </a:r>
            <a:r>
              <a:rPr lang="en-US" sz="6600" dirty="0" err="1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en</a:t>
            </a:r>
            <a:r>
              <a:rPr lang="en-US" sz="6600" dirty="0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 Ecuador</a:t>
            </a:r>
          </a:p>
        </p:txBody>
      </p:sp>
    </p:spTree>
    <p:extLst>
      <p:ext uri="{BB962C8B-B14F-4D97-AF65-F5344CB8AC3E}">
        <p14:creationId xmlns:p14="http://schemas.microsoft.com/office/powerpoint/2010/main" val="183958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757</TotalTime>
  <Words>20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Poppins</vt:lpstr>
      <vt:lpstr>Raleway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4</cp:revision>
  <dcterms:created xsi:type="dcterms:W3CDTF">2024-11-20T14:54:56Z</dcterms:created>
  <dcterms:modified xsi:type="dcterms:W3CDTF">2024-11-21T03:32:47Z</dcterms:modified>
</cp:coreProperties>
</file>