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7169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57"/>
    <a:srgbClr val="1D393F"/>
    <a:srgbClr val="4B4B7B"/>
    <a:srgbClr val="4B607B"/>
    <a:srgbClr val="3366CC"/>
    <a:srgbClr val="3B566A"/>
    <a:srgbClr val="8F8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 showGuides="1">
      <p:cViewPr>
        <p:scale>
          <a:sx n="94" d="100"/>
          <a:sy n="94" d="100"/>
        </p:scale>
        <p:origin x="1662" y="150"/>
      </p:cViewPr>
      <p:guideLst>
        <p:guide orient="horz" pos="2954"/>
        <p:guide pos="2880"/>
        <p:guide orient="horz" pos="2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285"/>
            <a:ext cx="7772400" cy="2495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65464"/>
            <a:ext cx="6858000" cy="17308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6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87311"/>
            <a:ext cx="7886700" cy="2982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97690"/>
            <a:ext cx="7886700" cy="1568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693"/>
            <a:ext cx="7886700" cy="13857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57438"/>
            <a:ext cx="3868340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8731"/>
            <a:ext cx="3868340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57438"/>
            <a:ext cx="3887391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18731"/>
            <a:ext cx="3887391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0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32226"/>
            <a:ext cx="4629150" cy="5094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32226"/>
            <a:ext cx="4629150" cy="50947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1691"/>
            <a:ext cx="1971675" cy="60755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1691"/>
            <a:ext cx="5800725" cy="60755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1693"/>
            <a:ext cx="7886700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08454"/>
            <a:ext cx="7886700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3D42-641E-49A5-A3F1-0C38880003A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44741"/>
            <a:ext cx="30861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D21FE7-516C-28FE-C52D-692C49702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20"/>
          <a:stretch/>
        </p:blipFill>
        <p:spPr>
          <a:xfrm>
            <a:off x="0" y="0"/>
            <a:ext cx="9144000" cy="716889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0981CF8-8C04-7FD6-DA38-854AD296C2F8}"/>
              </a:ext>
            </a:extLst>
          </p:cNvPr>
          <p:cNvSpPr/>
          <p:nvPr/>
        </p:nvSpPr>
        <p:spPr>
          <a:xfrm>
            <a:off x="-444" y="260"/>
            <a:ext cx="9144444" cy="7168890"/>
          </a:xfrm>
          <a:prstGeom prst="rect">
            <a:avLst/>
          </a:prstGeom>
          <a:gradFill flip="none" rotWithShape="1">
            <a:gsLst>
              <a:gs pos="2000">
                <a:schemeClr val="tx1">
                  <a:lumMod val="95000"/>
                  <a:lumOff val="5000"/>
                  <a:alpha val="75000"/>
                </a:schemeClr>
              </a:gs>
              <a:gs pos="32000">
                <a:schemeClr val="tx1">
                  <a:alpha val="13000"/>
                </a:schemeClr>
              </a:gs>
              <a:gs pos="95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C658B5-E6CB-CD67-52FA-228DA096F2A5}"/>
              </a:ext>
            </a:extLst>
          </p:cNvPr>
          <p:cNvSpPr txBox="1"/>
          <p:nvPr/>
        </p:nvSpPr>
        <p:spPr>
          <a:xfrm>
            <a:off x="1627094" y="5487873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1"/>
                </a:solidFill>
                <a:latin typeface="Poppins" panose="00000500000000000000" pitchFamily="2" charset="0"/>
              </a:rPr>
              <a:t>This project addresses the analysis of supermarket data using Business Intelligence (BI) and Machine Learning tools, with the goal of extracting valuable information for strategic decision-making.</a:t>
            </a:r>
            <a:endParaRPr lang="en-US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332B3D-8B7A-692D-4962-EF9525F8D356}"/>
              </a:ext>
            </a:extLst>
          </p:cNvPr>
          <p:cNvSpPr txBox="1"/>
          <p:nvPr/>
        </p:nvSpPr>
        <p:spPr>
          <a:xfrm>
            <a:off x="337137" y="1046480"/>
            <a:ext cx="83765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 Basket Analysis</a:t>
            </a:r>
          </a:p>
        </p:txBody>
      </p:sp>
    </p:spTree>
    <p:extLst>
      <p:ext uri="{BB962C8B-B14F-4D97-AF65-F5344CB8AC3E}">
        <p14:creationId xmlns:p14="http://schemas.microsoft.com/office/powerpoint/2010/main" val="183958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765</TotalTime>
  <Words>33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SemiBold</vt:lpstr>
      <vt:lpstr>Raleway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4</cp:revision>
  <dcterms:created xsi:type="dcterms:W3CDTF">2024-11-20T14:54:56Z</dcterms:created>
  <dcterms:modified xsi:type="dcterms:W3CDTF">2025-02-13T04:00:58Z</dcterms:modified>
</cp:coreProperties>
</file>