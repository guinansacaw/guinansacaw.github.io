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9144000" cy="71691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54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3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534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396" y="6"/>
      </p:cViewPr>
      <p:guideLst>
        <p:guide orient="horz" pos="2954"/>
        <p:guide pos="2880"/>
        <p:guide orient="horz" pos="23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285"/>
            <a:ext cx="7772400" cy="249592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65464"/>
            <a:ext cx="6858000" cy="173088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99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56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87311"/>
            <a:ext cx="7886700" cy="298216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797690"/>
            <a:ext cx="7886700" cy="156825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7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908454"/>
            <a:ext cx="3886200" cy="4548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908454"/>
            <a:ext cx="3886200" cy="45487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7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693"/>
            <a:ext cx="7886700" cy="138570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757438"/>
            <a:ext cx="3868340" cy="8612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618731"/>
            <a:ext cx="3868340" cy="38517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757438"/>
            <a:ext cx="3887391" cy="8612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618731"/>
            <a:ext cx="3887391" cy="38517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05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0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208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77943"/>
            <a:ext cx="2949178" cy="16728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32226"/>
            <a:ext cx="4629150" cy="509474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50745"/>
            <a:ext cx="2949178" cy="398452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42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77943"/>
            <a:ext cx="2949178" cy="167280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032226"/>
            <a:ext cx="4629150" cy="50947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150745"/>
            <a:ext cx="2949178" cy="398452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30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604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81691"/>
            <a:ext cx="1971675" cy="607552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81691"/>
            <a:ext cx="5800725" cy="607552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3D42-641E-49A5-A3F1-0C38880003A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3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81693"/>
            <a:ext cx="7886700" cy="1385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908454"/>
            <a:ext cx="7886700" cy="4548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644741"/>
            <a:ext cx="2057400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83D42-641E-49A5-A3F1-0C38880003AB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644741"/>
            <a:ext cx="3086100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644741"/>
            <a:ext cx="2057400" cy="38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AD864-3097-4821-9A70-C41C56F3CB5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1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90E21E-522E-E3C9-6F21-A048C28CD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64968CD-55AC-03DC-6EBD-90A7D67BB8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7" r="4793"/>
          <a:stretch>
            <a:fillRect/>
          </a:stretch>
        </p:blipFill>
        <p:spPr>
          <a:xfrm>
            <a:off x="0" y="-1"/>
            <a:ext cx="9144000" cy="7152561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6F348C4B-5363-7778-F400-BCF94D47B61F}"/>
              </a:ext>
            </a:extLst>
          </p:cNvPr>
          <p:cNvSpPr/>
          <p:nvPr/>
        </p:nvSpPr>
        <p:spPr>
          <a:xfrm>
            <a:off x="-444" y="16590"/>
            <a:ext cx="9144444" cy="7168890"/>
          </a:xfrm>
          <a:prstGeom prst="rect">
            <a:avLst/>
          </a:prstGeom>
          <a:gradFill flip="none" rotWithShape="1">
            <a:gsLst>
              <a:gs pos="7000">
                <a:schemeClr val="tx1">
                  <a:lumMod val="95000"/>
                  <a:lumOff val="5000"/>
                  <a:alpha val="75000"/>
                </a:schemeClr>
              </a:gs>
              <a:gs pos="62000">
                <a:schemeClr val="tx1">
                  <a:alpha val="21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FAEF2C-160D-A275-5791-77544C4BB22B}"/>
              </a:ext>
            </a:extLst>
          </p:cNvPr>
          <p:cNvSpPr txBox="1"/>
          <p:nvPr/>
        </p:nvSpPr>
        <p:spPr>
          <a:xfrm>
            <a:off x="203202" y="2617585"/>
            <a:ext cx="83311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0" dirty="0" err="1">
                <a:solidFill>
                  <a:schemeClr val="bg1">
                    <a:alpha val="40000"/>
                  </a:schemeClr>
                </a:solidFill>
                <a:latin typeface="Impact" panose="020B0806030902050204" pitchFamily="34" charset="0"/>
              </a:rPr>
              <a:t>LoopyApp</a:t>
            </a:r>
            <a:endParaRPr lang="en-US" sz="12000" dirty="0">
              <a:solidFill>
                <a:schemeClr val="bg1">
                  <a:alpha val="40000"/>
                </a:schemeClr>
              </a:solidFill>
              <a:latin typeface="Impact" panose="020B080603090205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0EF3F72-2F5A-FEAF-D89E-35D239DA6631}"/>
              </a:ext>
            </a:extLst>
          </p:cNvPr>
          <p:cNvSpPr txBox="1"/>
          <p:nvPr/>
        </p:nvSpPr>
        <p:spPr>
          <a:xfrm>
            <a:off x="1028700" y="4573865"/>
            <a:ext cx="75202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chemeClr val="bg1"/>
                </a:solidFill>
                <a:latin typeface="Poppins" panose="00000500000000000000" pitchFamily="2" charset="0"/>
              </a:rPr>
              <a:t>LoopyApp</a:t>
            </a: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</a:rPr>
              <a:t> connects your operations with customer experience in real time, without manual </a:t>
            </a:r>
            <a:r>
              <a:rPr lang="en-US" dirty="0" err="1">
                <a:solidFill>
                  <a:schemeClr val="bg1"/>
                </a:solidFill>
                <a:latin typeface="Poppins" panose="00000500000000000000" pitchFamily="2" charset="0"/>
              </a:rPr>
              <a:t>processes.It</a:t>
            </a: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</a:rPr>
              <a:t> turns every interaction into actionable data that directly impacts retention and </a:t>
            </a:r>
            <a:r>
              <a:rPr lang="en-US" dirty="0" err="1">
                <a:solidFill>
                  <a:schemeClr val="bg1"/>
                </a:solidFill>
                <a:latin typeface="Poppins" panose="00000500000000000000" pitchFamily="2" charset="0"/>
              </a:rPr>
              <a:t>sales.It</a:t>
            </a:r>
            <a:r>
              <a:rPr lang="en-US" dirty="0">
                <a:solidFill>
                  <a:schemeClr val="bg1"/>
                </a:solidFill>
                <a:latin typeface="Poppins" panose="00000500000000000000" pitchFamily="2" charset="0"/>
              </a:rPr>
              <a:t> doesn’t measure for the sake of it: it helps you fix operational issues and improve business results.</a:t>
            </a:r>
          </a:p>
        </p:txBody>
      </p:sp>
    </p:spTree>
    <p:extLst>
      <p:ext uri="{BB962C8B-B14F-4D97-AF65-F5344CB8AC3E}">
        <p14:creationId xmlns:p14="http://schemas.microsoft.com/office/powerpoint/2010/main" val="1995651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66</TotalTime>
  <Words>50</Words>
  <Application>Microsoft Office PowerPoint</Application>
  <PresentationFormat>Personalizado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Impact</vt:lpstr>
      <vt:lpstr>Poppins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Guiñansaca</dc:creator>
  <cp:lastModifiedBy>Salvador Monsalve</cp:lastModifiedBy>
  <cp:revision>2</cp:revision>
  <dcterms:created xsi:type="dcterms:W3CDTF">2024-11-20T14:54:56Z</dcterms:created>
  <dcterms:modified xsi:type="dcterms:W3CDTF">2026-04-05T05:23:00Z</dcterms:modified>
</cp:coreProperties>
</file>