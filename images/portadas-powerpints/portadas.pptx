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9" r:id="rId2"/>
  </p:sldIdLst>
  <p:sldSz cx="10313988" cy="4243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37" userDrawn="1">
          <p15:clr>
            <a:srgbClr val="A4A3A4"/>
          </p15:clr>
        </p15:guide>
        <p15:guide id="2" pos="32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62" d="100"/>
          <a:sy n="62" d="100"/>
        </p:scale>
        <p:origin x="1776" y="845"/>
      </p:cViewPr>
      <p:guideLst>
        <p:guide orient="horz" pos="1337"/>
        <p:guide pos="32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9249" y="694462"/>
            <a:ext cx="7735491" cy="1477328"/>
          </a:xfrm>
        </p:spPr>
        <p:txBody>
          <a:bodyPr anchor="b"/>
          <a:lstStyle>
            <a:lvl1pPr algn="ctr">
              <a:defRPr sz="371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9249" y="2228761"/>
            <a:ext cx="7735491" cy="1024503"/>
          </a:xfrm>
        </p:spPr>
        <p:txBody>
          <a:bodyPr/>
          <a:lstStyle>
            <a:lvl1pPr marL="0" indent="0" algn="ctr">
              <a:buNone/>
              <a:defRPr sz="1485"/>
            </a:lvl1pPr>
            <a:lvl2pPr marL="282915" indent="0" algn="ctr">
              <a:buNone/>
              <a:defRPr sz="1238"/>
            </a:lvl2pPr>
            <a:lvl3pPr marL="565831" indent="0" algn="ctr">
              <a:buNone/>
              <a:defRPr sz="1114"/>
            </a:lvl3pPr>
            <a:lvl4pPr marL="848746" indent="0" algn="ctr">
              <a:buNone/>
              <a:defRPr sz="990"/>
            </a:lvl4pPr>
            <a:lvl5pPr marL="1131661" indent="0" algn="ctr">
              <a:buNone/>
              <a:defRPr sz="990"/>
            </a:lvl5pPr>
            <a:lvl6pPr marL="1414577" indent="0" algn="ctr">
              <a:buNone/>
              <a:defRPr sz="990"/>
            </a:lvl6pPr>
            <a:lvl7pPr marL="1697492" indent="0" algn="ctr">
              <a:buNone/>
              <a:defRPr sz="990"/>
            </a:lvl7pPr>
            <a:lvl8pPr marL="1980408" indent="0" algn="ctr">
              <a:buNone/>
              <a:defRPr sz="990"/>
            </a:lvl8pPr>
            <a:lvl9pPr marL="2263323" indent="0" algn="ctr">
              <a:buNone/>
              <a:defRPr sz="99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64DD0-0EF0-45F6-B0C0-1441A530F56E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3BFA8-BF03-4C46-8066-10A8B576A7E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9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64DD0-0EF0-45F6-B0C0-1441A530F56E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3BFA8-BF03-4C46-8066-10A8B576A7E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69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715" y="1057901"/>
            <a:ext cx="8895815" cy="1765131"/>
          </a:xfrm>
        </p:spPr>
        <p:txBody>
          <a:bodyPr anchor="b"/>
          <a:lstStyle>
            <a:lvl1pPr>
              <a:defRPr sz="371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3715" y="2839731"/>
            <a:ext cx="8895815" cy="928241"/>
          </a:xfrm>
        </p:spPr>
        <p:txBody>
          <a:bodyPr/>
          <a:lstStyle>
            <a:lvl1pPr marL="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1pPr>
            <a:lvl2pPr marL="282915" indent="0">
              <a:buNone/>
              <a:defRPr sz="1238">
                <a:solidFill>
                  <a:schemeClr val="tx1">
                    <a:tint val="75000"/>
                  </a:schemeClr>
                </a:solidFill>
              </a:defRPr>
            </a:lvl2pPr>
            <a:lvl3pPr marL="565831" indent="0">
              <a:buNone/>
              <a:defRPr sz="1114">
                <a:solidFill>
                  <a:schemeClr val="tx1">
                    <a:tint val="75000"/>
                  </a:schemeClr>
                </a:solidFill>
              </a:defRPr>
            </a:lvl3pPr>
            <a:lvl4pPr marL="848746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4pPr>
            <a:lvl5pPr marL="1131661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5pPr>
            <a:lvl6pPr marL="1414577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6pPr>
            <a:lvl7pPr marL="1697492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7pPr>
            <a:lvl8pPr marL="1980408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8pPr>
            <a:lvl9pPr marL="226332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64DD0-0EF0-45F6-B0C0-1441A530F56E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3BFA8-BF03-4C46-8066-10A8B576A7E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8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9087" y="1129605"/>
            <a:ext cx="4383445" cy="269239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456" y="1129605"/>
            <a:ext cx="4383445" cy="269239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64DD0-0EF0-45F6-B0C0-1441A530F56E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3BFA8-BF03-4C46-8066-10A8B576A7E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64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430" y="225922"/>
            <a:ext cx="8895815" cy="82019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0430" y="1040220"/>
            <a:ext cx="4363300" cy="509796"/>
          </a:xfrm>
        </p:spPr>
        <p:txBody>
          <a:bodyPr anchor="b"/>
          <a:lstStyle>
            <a:lvl1pPr marL="0" indent="0">
              <a:buNone/>
              <a:defRPr sz="1485" b="1"/>
            </a:lvl1pPr>
            <a:lvl2pPr marL="282915" indent="0">
              <a:buNone/>
              <a:defRPr sz="1238" b="1"/>
            </a:lvl2pPr>
            <a:lvl3pPr marL="565831" indent="0">
              <a:buNone/>
              <a:defRPr sz="1114" b="1"/>
            </a:lvl3pPr>
            <a:lvl4pPr marL="848746" indent="0">
              <a:buNone/>
              <a:defRPr sz="990" b="1"/>
            </a:lvl4pPr>
            <a:lvl5pPr marL="1131661" indent="0">
              <a:buNone/>
              <a:defRPr sz="990" b="1"/>
            </a:lvl5pPr>
            <a:lvl6pPr marL="1414577" indent="0">
              <a:buNone/>
              <a:defRPr sz="990" b="1"/>
            </a:lvl6pPr>
            <a:lvl7pPr marL="1697492" indent="0">
              <a:buNone/>
              <a:defRPr sz="990" b="1"/>
            </a:lvl7pPr>
            <a:lvl8pPr marL="1980408" indent="0">
              <a:buNone/>
              <a:defRPr sz="990" b="1"/>
            </a:lvl8pPr>
            <a:lvl9pPr marL="2263323" indent="0">
              <a:buNone/>
              <a:defRPr sz="99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0430" y="1550015"/>
            <a:ext cx="4363300" cy="227983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21457" y="1040220"/>
            <a:ext cx="4384788" cy="509796"/>
          </a:xfrm>
        </p:spPr>
        <p:txBody>
          <a:bodyPr anchor="b"/>
          <a:lstStyle>
            <a:lvl1pPr marL="0" indent="0">
              <a:buNone/>
              <a:defRPr sz="1485" b="1"/>
            </a:lvl1pPr>
            <a:lvl2pPr marL="282915" indent="0">
              <a:buNone/>
              <a:defRPr sz="1238" b="1"/>
            </a:lvl2pPr>
            <a:lvl3pPr marL="565831" indent="0">
              <a:buNone/>
              <a:defRPr sz="1114" b="1"/>
            </a:lvl3pPr>
            <a:lvl4pPr marL="848746" indent="0">
              <a:buNone/>
              <a:defRPr sz="990" b="1"/>
            </a:lvl4pPr>
            <a:lvl5pPr marL="1131661" indent="0">
              <a:buNone/>
              <a:defRPr sz="990" b="1"/>
            </a:lvl5pPr>
            <a:lvl6pPr marL="1414577" indent="0">
              <a:buNone/>
              <a:defRPr sz="990" b="1"/>
            </a:lvl6pPr>
            <a:lvl7pPr marL="1697492" indent="0">
              <a:buNone/>
              <a:defRPr sz="990" b="1"/>
            </a:lvl7pPr>
            <a:lvl8pPr marL="1980408" indent="0">
              <a:buNone/>
              <a:defRPr sz="990" b="1"/>
            </a:lvl8pPr>
            <a:lvl9pPr marL="2263323" indent="0">
              <a:buNone/>
              <a:defRPr sz="99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1457" y="1550015"/>
            <a:ext cx="4384788" cy="227983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64DD0-0EF0-45F6-B0C0-1441A530F56E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3BFA8-BF03-4C46-8066-10A8B576A7E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49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64DD0-0EF0-45F6-B0C0-1441A530F56E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3BFA8-BF03-4C46-8066-10A8B576A7E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9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64DD0-0EF0-45F6-B0C0-1441A530F56E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3BFA8-BF03-4C46-8066-10A8B576A7E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883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431" y="282892"/>
            <a:ext cx="3326529" cy="990124"/>
          </a:xfrm>
        </p:spPr>
        <p:txBody>
          <a:bodyPr anchor="b"/>
          <a:lstStyle>
            <a:lvl1pPr>
              <a:defRPr sz="19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4789" y="610970"/>
            <a:ext cx="5221456" cy="3015556"/>
          </a:xfrm>
        </p:spPr>
        <p:txBody>
          <a:bodyPr/>
          <a:lstStyle>
            <a:lvl1pPr>
              <a:defRPr sz="1980"/>
            </a:lvl1pPr>
            <a:lvl2pPr>
              <a:defRPr sz="1733"/>
            </a:lvl2pPr>
            <a:lvl3pPr>
              <a:defRPr sz="1485"/>
            </a:lvl3pPr>
            <a:lvl4pPr>
              <a:defRPr sz="1238"/>
            </a:lvl4pPr>
            <a:lvl5pPr>
              <a:defRPr sz="1238"/>
            </a:lvl5pPr>
            <a:lvl6pPr>
              <a:defRPr sz="1238"/>
            </a:lvl6pPr>
            <a:lvl7pPr>
              <a:defRPr sz="1238"/>
            </a:lvl7pPr>
            <a:lvl8pPr>
              <a:defRPr sz="1238"/>
            </a:lvl8pPr>
            <a:lvl9pPr>
              <a:defRPr sz="123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431" y="1273017"/>
            <a:ext cx="3326529" cy="2358420"/>
          </a:xfrm>
        </p:spPr>
        <p:txBody>
          <a:bodyPr/>
          <a:lstStyle>
            <a:lvl1pPr marL="0" indent="0">
              <a:buNone/>
              <a:defRPr sz="990"/>
            </a:lvl1pPr>
            <a:lvl2pPr marL="282915" indent="0">
              <a:buNone/>
              <a:defRPr sz="866"/>
            </a:lvl2pPr>
            <a:lvl3pPr marL="565831" indent="0">
              <a:buNone/>
              <a:defRPr sz="743"/>
            </a:lvl3pPr>
            <a:lvl4pPr marL="848746" indent="0">
              <a:buNone/>
              <a:defRPr sz="619"/>
            </a:lvl4pPr>
            <a:lvl5pPr marL="1131661" indent="0">
              <a:buNone/>
              <a:defRPr sz="619"/>
            </a:lvl5pPr>
            <a:lvl6pPr marL="1414577" indent="0">
              <a:buNone/>
              <a:defRPr sz="619"/>
            </a:lvl6pPr>
            <a:lvl7pPr marL="1697492" indent="0">
              <a:buNone/>
              <a:defRPr sz="619"/>
            </a:lvl7pPr>
            <a:lvl8pPr marL="1980408" indent="0">
              <a:buNone/>
              <a:defRPr sz="619"/>
            </a:lvl8pPr>
            <a:lvl9pPr marL="2263323" indent="0">
              <a:buNone/>
              <a:defRPr sz="61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64DD0-0EF0-45F6-B0C0-1441A530F56E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3BFA8-BF03-4C46-8066-10A8B576A7E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56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431" y="282892"/>
            <a:ext cx="3326529" cy="990124"/>
          </a:xfrm>
        </p:spPr>
        <p:txBody>
          <a:bodyPr anchor="b"/>
          <a:lstStyle>
            <a:lvl1pPr>
              <a:defRPr sz="19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84789" y="610970"/>
            <a:ext cx="5221456" cy="3015556"/>
          </a:xfrm>
        </p:spPr>
        <p:txBody>
          <a:bodyPr anchor="t"/>
          <a:lstStyle>
            <a:lvl1pPr marL="0" indent="0">
              <a:buNone/>
              <a:defRPr sz="1980"/>
            </a:lvl1pPr>
            <a:lvl2pPr marL="282915" indent="0">
              <a:buNone/>
              <a:defRPr sz="1733"/>
            </a:lvl2pPr>
            <a:lvl3pPr marL="565831" indent="0">
              <a:buNone/>
              <a:defRPr sz="1485"/>
            </a:lvl3pPr>
            <a:lvl4pPr marL="848746" indent="0">
              <a:buNone/>
              <a:defRPr sz="1238"/>
            </a:lvl4pPr>
            <a:lvl5pPr marL="1131661" indent="0">
              <a:buNone/>
              <a:defRPr sz="1238"/>
            </a:lvl5pPr>
            <a:lvl6pPr marL="1414577" indent="0">
              <a:buNone/>
              <a:defRPr sz="1238"/>
            </a:lvl6pPr>
            <a:lvl7pPr marL="1697492" indent="0">
              <a:buNone/>
              <a:defRPr sz="1238"/>
            </a:lvl7pPr>
            <a:lvl8pPr marL="1980408" indent="0">
              <a:buNone/>
              <a:defRPr sz="1238"/>
            </a:lvl8pPr>
            <a:lvl9pPr marL="2263323" indent="0">
              <a:buNone/>
              <a:defRPr sz="1238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431" y="1273017"/>
            <a:ext cx="3326529" cy="2358420"/>
          </a:xfrm>
        </p:spPr>
        <p:txBody>
          <a:bodyPr/>
          <a:lstStyle>
            <a:lvl1pPr marL="0" indent="0">
              <a:buNone/>
              <a:defRPr sz="990"/>
            </a:lvl1pPr>
            <a:lvl2pPr marL="282915" indent="0">
              <a:buNone/>
              <a:defRPr sz="866"/>
            </a:lvl2pPr>
            <a:lvl3pPr marL="565831" indent="0">
              <a:buNone/>
              <a:defRPr sz="743"/>
            </a:lvl3pPr>
            <a:lvl4pPr marL="848746" indent="0">
              <a:buNone/>
              <a:defRPr sz="619"/>
            </a:lvl4pPr>
            <a:lvl5pPr marL="1131661" indent="0">
              <a:buNone/>
              <a:defRPr sz="619"/>
            </a:lvl5pPr>
            <a:lvl6pPr marL="1414577" indent="0">
              <a:buNone/>
              <a:defRPr sz="619"/>
            </a:lvl6pPr>
            <a:lvl7pPr marL="1697492" indent="0">
              <a:buNone/>
              <a:defRPr sz="619"/>
            </a:lvl7pPr>
            <a:lvl8pPr marL="1980408" indent="0">
              <a:buNone/>
              <a:defRPr sz="619"/>
            </a:lvl8pPr>
            <a:lvl9pPr marL="2263323" indent="0">
              <a:buNone/>
              <a:defRPr sz="61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64DD0-0EF0-45F6-B0C0-1441A530F56E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3BFA8-BF03-4C46-8066-10A8B576A7E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6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64DD0-0EF0-45F6-B0C0-1441A530F56E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3BFA8-BF03-4C46-8066-10A8B576A7E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32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80947" y="225921"/>
            <a:ext cx="2223954" cy="35960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9087" y="225921"/>
            <a:ext cx="6542936" cy="35960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64DD0-0EF0-45F6-B0C0-1441A530F56E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3BFA8-BF03-4C46-8066-10A8B576A7E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6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9087" y="225922"/>
            <a:ext cx="8895815" cy="820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9087" y="1129605"/>
            <a:ext cx="8895815" cy="2692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9087" y="3932992"/>
            <a:ext cx="2320647" cy="225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64DD0-0EF0-45F6-B0C0-1441A530F56E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16509" y="3932992"/>
            <a:ext cx="3480971" cy="225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84254" y="3932992"/>
            <a:ext cx="2320647" cy="225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3BFA8-BF03-4C46-8066-10A8B576A7E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12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65831" rtl="0" eaLnBrk="1" latinLnBrk="0" hangingPunct="1">
        <a:lnSpc>
          <a:spcPct val="90000"/>
        </a:lnSpc>
        <a:spcBef>
          <a:spcPct val="0"/>
        </a:spcBef>
        <a:buNone/>
        <a:defRPr sz="27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458" indent="-141458" algn="l" defTabSz="565831" rtl="0" eaLnBrk="1" latinLnBrk="0" hangingPunct="1">
        <a:lnSpc>
          <a:spcPct val="90000"/>
        </a:lnSpc>
        <a:spcBef>
          <a:spcPts val="619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24373" indent="-141458" algn="l" defTabSz="5658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07288" indent="-141458" algn="l" defTabSz="5658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238" kern="1200">
          <a:solidFill>
            <a:schemeClr val="tx1"/>
          </a:solidFill>
          <a:latin typeface="+mn-lt"/>
          <a:ea typeface="+mn-ea"/>
          <a:cs typeface="+mn-cs"/>
        </a:defRPr>
      </a:lvl3pPr>
      <a:lvl4pPr marL="990204" indent="-141458" algn="l" defTabSz="5658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4" kern="1200">
          <a:solidFill>
            <a:schemeClr val="tx1"/>
          </a:solidFill>
          <a:latin typeface="+mn-lt"/>
          <a:ea typeface="+mn-ea"/>
          <a:cs typeface="+mn-cs"/>
        </a:defRPr>
      </a:lvl4pPr>
      <a:lvl5pPr marL="1273119" indent="-141458" algn="l" defTabSz="5658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4" kern="1200">
          <a:solidFill>
            <a:schemeClr val="tx1"/>
          </a:solidFill>
          <a:latin typeface="+mn-lt"/>
          <a:ea typeface="+mn-ea"/>
          <a:cs typeface="+mn-cs"/>
        </a:defRPr>
      </a:lvl5pPr>
      <a:lvl6pPr marL="1556034" indent="-141458" algn="l" defTabSz="5658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4" kern="1200">
          <a:solidFill>
            <a:schemeClr val="tx1"/>
          </a:solidFill>
          <a:latin typeface="+mn-lt"/>
          <a:ea typeface="+mn-ea"/>
          <a:cs typeface="+mn-cs"/>
        </a:defRPr>
      </a:lvl6pPr>
      <a:lvl7pPr marL="1838950" indent="-141458" algn="l" defTabSz="5658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4" kern="1200">
          <a:solidFill>
            <a:schemeClr val="tx1"/>
          </a:solidFill>
          <a:latin typeface="+mn-lt"/>
          <a:ea typeface="+mn-ea"/>
          <a:cs typeface="+mn-cs"/>
        </a:defRPr>
      </a:lvl7pPr>
      <a:lvl8pPr marL="2121865" indent="-141458" algn="l" defTabSz="5658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4" kern="1200">
          <a:solidFill>
            <a:schemeClr val="tx1"/>
          </a:solidFill>
          <a:latin typeface="+mn-lt"/>
          <a:ea typeface="+mn-ea"/>
          <a:cs typeface="+mn-cs"/>
        </a:defRPr>
      </a:lvl8pPr>
      <a:lvl9pPr marL="2404781" indent="-141458" algn="l" defTabSz="5658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5831" rtl="0" eaLnBrk="1" latinLnBrk="0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1pPr>
      <a:lvl2pPr marL="282915" algn="l" defTabSz="565831" rtl="0" eaLnBrk="1" latinLnBrk="0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2pPr>
      <a:lvl3pPr marL="565831" algn="l" defTabSz="565831" rtl="0" eaLnBrk="1" latinLnBrk="0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3pPr>
      <a:lvl4pPr marL="848746" algn="l" defTabSz="565831" rtl="0" eaLnBrk="1" latinLnBrk="0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4pPr>
      <a:lvl5pPr marL="1131661" algn="l" defTabSz="565831" rtl="0" eaLnBrk="1" latinLnBrk="0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5pPr>
      <a:lvl6pPr marL="1414577" algn="l" defTabSz="565831" rtl="0" eaLnBrk="1" latinLnBrk="0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6pPr>
      <a:lvl7pPr marL="1697492" algn="l" defTabSz="565831" rtl="0" eaLnBrk="1" latinLnBrk="0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7pPr>
      <a:lvl8pPr marL="1980408" algn="l" defTabSz="565831" rtl="0" eaLnBrk="1" latinLnBrk="0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8pPr>
      <a:lvl9pPr marL="2263323" algn="l" defTabSz="565831" rtl="0" eaLnBrk="1" latinLnBrk="0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A3654A-BA93-0F15-0591-49A209153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45" b="25365"/>
          <a:stretch/>
        </p:blipFill>
        <p:spPr>
          <a:xfrm>
            <a:off x="-444" y="260"/>
            <a:ext cx="10314432" cy="42444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CB25D6D-8B49-6FFC-E5E8-E205CBFAB75B}"/>
              </a:ext>
            </a:extLst>
          </p:cNvPr>
          <p:cNvSpPr/>
          <p:nvPr/>
        </p:nvSpPr>
        <p:spPr>
          <a:xfrm>
            <a:off x="-444" y="260"/>
            <a:ext cx="10314432" cy="424445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E5BBB90-DB15-66FA-CBE2-D72FD3CA7EDA}"/>
              </a:ext>
            </a:extLst>
          </p:cNvPr>
          <p:cNvSpPr txBox="1"/>
          <p:nvPr/>
        </p:nvSpPr>
        <p:spPr>
          <a:xfrm>
            <a:off x="6243892" y="2778035"/>
            <a:ext cx="3917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dirty="0">
                <a:solidFill>
                  <a:schemeClr val="bg1"/>
                </a:solidFill>
                <a:latin typeface="Amanda Signature" pitchFamily="2" charset="0"/>
              </a:rPr>
              <a:t>Customer Profiling</a:t>
            </a:r>
          </a:p>
        </p:txBody>
      </p:sp>
    </p:spTree>
    <p:extLst>
      <p:ext uri="{BB962C8B-B14F-4D97-AF65-F5344CB8AC3E}">
        <p14:creationId xmlns:p14="http://schemas.microsoft.com/office/powerpoint/2010/main" val="29222715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</TotalTime>
  <Words>2</Words>
  <Application>Microsoft Office PowerPoint</Application>
  <PresentationFormat>Personalizado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Amanda Signature</vt:lpstr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Guiñansaca</dc:creator>
  <cp:lastModifiedBy>William Guiñansaca</cp:lastModifiedBy>
  <cp:revision>3</cp:revision>
  <dcterms:created xsi:type="dcterms:W3CDTF">2024-10-09T15:28:50Z</dcterms:created>
  <dcterms:modified xsi:type="dcterms:W3CDTF">2024-10-09T17:42:13Z</dcterms:modified>
</cp:coreProperties>
</file>